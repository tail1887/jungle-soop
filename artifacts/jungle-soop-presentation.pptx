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Jungle-Soop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기숙사 소규모 모임 커뮤니티 서비스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11827"/>
                </a:solidFill>
              </a:defRPr>
            </a:pPr>
            <a:r>
              <a:t>빠르게 만들고, 가볍게 참여하는 생활형 모임 플랫폼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왜 이 서비스를 만들었나?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모임 정보가 단톡방/지인 네트워크에 분산됨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신규 사용자는 참여 기회를 찾기 어려움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소규모 모임 생성/참여 절차가 번거로움</a:t>
            </a:r>
          </a:p>
        </p:txBody>
      </p:sp>
      <p:pic>
        <p:nvPicPr>
          <p:cNvPr id="5" name="Picture 4" descr="fronten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669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서비스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핵심 가치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발견성: 열려 있는 모임을 빠르게 탐색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즉시성: 최소 입력으로 모임 개설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지속성: 참여 이후 상호작용 경험 강화</a:t>
            </a:r>
          </a:p>
        </p:txBody>
      </p:sp>
      <p:pic>
        <p:nvPicPr>
          <p:cNvPr id="5" name="Picture 4" descr="frontend_login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8800"/>
            <a:ext cx="54864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핵심 사용자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로그인부터 참여까지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로그인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모임 목록 탐색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모임 상세 확인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참여 신청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참여 상태 확인</a:t>
            </a:r>
          </a:p>
        </p:txBody>
      </p:sp>
      <p:pic>
        <p:nvPicPr>
          <p:cNvPr id="5" name="Picture 4" descr="fronten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60350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주요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현재 구현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회원가입/로그인 (JWT 기반 인증)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모임 생성/수정/삭제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모임 목록/상세 조회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모임 참여/취소 및 정원 제어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반응형 UI + AJAX 상호작용</a:t>
            </a:r>
          </a:p>
        </p:txBody>
      </p:sp>
      <p:pic>
        <p:nvPicPr>
          <p:cNvPr id="5" name="Picture 4" descr="frontend_list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5778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전체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Client - Application - Data -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Client: HTML/CSS/Tailwind + JavaScript/jQuery/AJAX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Application: Flask + Jinja2 + REST API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Data: MongoDB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Infra: Docker on AWS EC2 + GitHub Actions</a:t>
            </a:r>
          </a:p>
        </p:txBody>
      </p:sp>
      <p:pic>
        <p:nvPicPr>
          <p:cNvPr id="5" name="Picture 4" descr="overall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309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프론트엔드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SSR + 페이지 스크립트 + AJAX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SSR 응답으로 초기 화면 로딩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페이지 JS 모듈에서 이벤트 처리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AJAX로 데이터 요청 후 DOM 갱신</a:t>
            </a:r>
          </a:p>
        </p:txBody>
      </p:sp>
      <p:pic>
        <p:nvPicPr>
          <p:cNvPr id="5" name="Picture 4" descr="frontend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85216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백엔드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Route -&gt; Service -&gt;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Route: HTTP/인증/응답 책임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Service: 도메인 규칙 및 유스케이스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Repository: MongoDB I/O 분리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계층 분리로 테스트 및 유지보수성 강화</a:t>
            </a:r>
          </a:p>
        </p:txBody>
      </p:sp>
      <p:pic>
        <p:nvPicPr>
          <p:cNvPr id="5" name="Picture 4" descr="backend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37360"/>
            <a:ext cx="61264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기술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해결한 핵심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인증/권한 제어 흐름 표준화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참여 로직에서 중복/정원 초과 충돌 처리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SSR + API 응답 모델 재사용으로 일관성 확보</a:t>
            </a:r>
          </a:p>
        </p:txBody>
      </p:sp>
      <p:pic>
        <p:nvPicPr>
          <p:cNvPr id="5" name="Picture 4" descr="seq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6126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02B4C"/>
                </a:solidFill>
              </a:defRPr>
            </a:pPr>
            <a:r>
              <a:t>확장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B5563"/>
                </a:solidFill>
              </a:defRPr>
            </a:pPr>
            <a:r>
              <a:t>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단기: 댓글/참여 알림 기능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중기: 관심사 기반 모임 추천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장기: 일정 연동 및 사용자 평판 시스템</a:t>
            </a:r>
          </a:p>
          <a:p>
            <a:pPr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• 목표: 재방문율과 참여 지속성 향상</a:t>
            </a:r>
          </a:p>
        </p:txBody>
      </p:sp>
      <p:pic>
        <p:nvPicPr>
          <p:cNvPr id="5" name="Picture 4" descr="seq_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603504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